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105156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22792" y="105156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15984" y="105156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09176" y="105156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02368" y="105156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105156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88752" y="105156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81944" y="105156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444751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22792" y="1444751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15984" y="1444751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09176" y="1444751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02368" y="1444751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95560" y="1444751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88752" y="1444751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81944" y="1444751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837943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22792" y="1837943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15984" y="1837943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09176" y="1837943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02368" y="1837943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95560" y="1837943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88752" y="1837943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981944" y="1837943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231136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22792" y="2231136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15984" y="2231136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09176" y="2231136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02368" y="2231136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95560" y="2231136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588752" y="2231136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981944" y="2231136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2624328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22792" y="2624328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15984" y="2624328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09176" y="2624328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02368" y="2624328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95560" y="2624328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588752" y="2624328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981944" y="2624328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301752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22792" y="301752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15984" y="301752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409176" y="301752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802368" y="301752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195560" y="301752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588752" y="3017520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981944" y="3017520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29600" y="3410712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622792" y="3410712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015984" y="3410712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409176" y="3410712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802368" y="3410712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195560" y="3410712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588752" y="3410712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981944" y="3410712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29600" y="3803904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622792" y="3803904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015984" y="3803904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09176" y="3803904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802368" y="3803904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195560" y="3803904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588752" y="3803904"/>
            <a:ext cx="393192" cy="393192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981944" y="3803904"/>
            <a:ext cx="393192" cy="393192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22792" y="1033271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9176" y="1426463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1819655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15984" y="2212848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858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BEEB"/>
                </a:solidFill>
              </a:defRPr>
            </a:pPr>
            <a:r>
              <a:t>ALGORITHMS • BACKTRACKING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118872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</a:defRPr>
            </a:pPr>
            <a:r>
              <a:t>N-QUEENS</a:t>
            </a:r>
            <a:br/>
            <a:r>
              <a:t>VISUALIZER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" y="2423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3D7F5"/>
                </a:solidFill>
              </a:defRPr>
            </a:pPr>
            <a:r>
              <a:t>Making recursive decisions visible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" y="333756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Mallareddy University Vishwavidyapeeth, Maisammaguda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3840480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</a:defRPr>
            </a:pPr>
            <a:r>
              <a:t>Presented by:</a:t>
            </a:r>
            <a:br/>
            <a:r>
              <a:t>B. Vaibhav  •  25MVCSMR0201</a:t>
            </a:r>
            <a:br/>
            <a:r>
              <a:t>P. Mani Charan  •  25MVCSMR0256</a:t>
            </a:r>
            <a:br/>
            <a:r>
              <a:t>R. Harsha Vardhan  •  25MVCSMR0257</a:t>
            </a:r>
            <a:br/>
            <a:r>
              <a:t>R. Rishindhra  •  25MVCSMR0260</a:t>
            </a:r>
          </a:p>
        </p:txBody>
      </p:sp>
      <p:pic>
        <p:nvPicPr>
          <p:cNvPr id="75" name="Picture 74" descr="Malla Reddy Vishwavidyapeeth | Hyderabad">
            <a:extLst>
              <a:ext uri="{FF2B5EF4-FFF2-40B4-BE49-F238E27FC236}">
                <a16:creationId xmlns:a16="http://schemas.microsoft.com/office/drawing/2014/main" id="{FF06F6FE-FAEB-6585-3F9D-B8C29014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169" y="601"/>
            <a:ext cx="1093831" cy="10938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5BE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C34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082"/>
                </a:solidFill>
              </a:defRPr>
            </a:pPr>
            <a:r>
              <a:t>What is the N-Queens problem?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Place N queens on an N × N chessboard.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No two queens may attack each other.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A queen attacks across rows, columns and diagonals.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The visualizer exposes placements, conflicts and backtracking decisions.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The goal is to understand the search—not just receive the final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783080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19" y="1783080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72600" y="1783080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0" y="1783080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651760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03919" y="2651760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72600" y="2651760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41280" y="2651760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3520439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19" y="3520439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72600" y="3520439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41280" y="3520439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4389120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03919" y="4389120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72600" y="4389120"/>
            <a:ext cx="868680" cy="86868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241280" y="4389120"/>
            <a:ext cx="868680" cy="86868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19" y="1764792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633472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502151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370832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532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65BE"/>
                </a:solidFill>
              </a:defRPr>
            </a:pPr>
            <a:r>
              <a:t>VALID 4 × 4 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5BE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C34"/>
                </a:solidFill>
              </a:defRPr>
            </a:pPr>
            <a:r>
              <a:t>Objectives &amp; Core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082"/>
                </a:solidFill>
              </a:defRPr>
            </a:pPr>
            <a:r>
              <a:t>Backtracking-based decision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Apply backtracking correctly.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Check constraints after every queen placement.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Undo a choice when it leads to failure.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Display valid solutions and search statistics.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Make the algorithm understandable through animation.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28800"/>
            <a:ext cx="14173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9019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SELECT</a:t>
            </a:r>
            <a:br/>
            <a:r>
              <a:t>ROW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79792" y="2029968"/>
            <a:ext cx="411480" cy="347472"/>
          </a:xfrm>
          <a:prstGeom prst="rightArrow">
            <a:avLst/>
          </a:prstGeom>
          <a:solidFill>
            <a:srgbClr val="2B6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73568" y="1828800"/>
            <a:ext cx="14173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9019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TRY</a:t>
            </a:r>
            <a:br/>
            <a:r>
              <a:t>COLUMN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64040" y="2029968"/>
            <a:ext cx="411480" cy="347472"/>
          </a:xfrm>
          <a:prstGeom prst="rightArrow">
            <a:avLst/>
          </a:prstGeom>
          <a:solidFill>
            <a:srgbClr val="2B6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48672" y="1828800"/>
            <a:ext cx="150876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94392" y="1901952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CHECK</a:t>
            </a:r>
            <a:br/>
            <a:r>
              <a:t>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24612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31927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SAFE →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24612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331927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CONFLICT → UNDO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572000"/>
            <a:ext cx="192024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464515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NEXT ROW /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65BE"/>
                </a:solidFill>
              </a:defRPr>
            </a:pPr>
            <a:r>
              <a:t>PLACE  →  CHECK  →  CONTINUE  →  BACKTRACK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5BE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C34"/>
                </a:solidFill>
              </a:defRPr>
            </a:pPr>
            <a:r>
              <a:t>N-Queens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082"/>
                </a:solidFill>
              </a:defRPr>
            </a:pPr>
            <a:r>
              <a:t>A valid 4 × 4 arrangement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737360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7520" y="1737360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69079" y="1737360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788920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65960" y="2788920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2788920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79" y="2788920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840479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3840479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520" y="3840479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79" y="3840479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892040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965960" y="4892040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17520" y="4892040"/>
            <a:ext cx="1051560" cy="10515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69079" y="4892040"/>
            <a:ext cx="1051560" cy="10515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65960" y="1719072"/>
            <a:ext cx="1051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79" y="2770632"/>
            <a:ext cx="1051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22191"/>
            <a:ext cx="1051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873752"/>
            <a:ext cx="1051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1783080"/>
            <a:ext cx="2560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33872" y="19019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REPRESENTATION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225856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B65BE"/>
                </a:solidFill>
              </a:defRPr>
            </a:pPr>
            <a:r>
              <a:t>[1, 3, 0, 2]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783080"/>
            <a:ext cx="2560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14232" y="19019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225856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19B66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3375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One queen is placed in every row.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No two queens share a column.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No two queens share a diagonal.</a:t>
            </a:r>
          </a:p>
          <a:p>
            <a:pPr>
              <a:spcAft>
                <a:spcPts val="1100"/>
              </a:spcAft>
              <a:defRPr sz="1600">
                <a:solidFill>
                  <a:srgbClr val="232A37"/>
                </a:solidFill>
              </a:defRPr>
            </a:pPr>
            <a:r>
              <a:t>• The arrangement is reached through recursive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5BE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C34"/>
                </a:solidFill>
              </a:defRPr>
            </a:pPr>
            <a:r>
              <a:t>System Architecture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082"/>
                </a:solidFill>
              </a:defRPr>
            </a:pPr>
            <a:r>
              <a:t>How the prototype is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USER</a:t>
            </a:r>
            <a:br/>
            <a: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190195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BACKTRACKING</a:t>
            </a:r>
            <a:br/>
            <a:r>
              <a:t>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82880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90195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CONFLICT</a:t>
            </a:r>
            <a:br/>
            <a:r>
              <a:t>CHECKER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2880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190195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VISUALIZER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828800"/>
            <a:ext cx="164592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2B6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90195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1C34"/>
                </a:solidFill>
              </a:defRPr>
            </a:pPr>
            <a:r>
              <a:t>STATISTICS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77440" y="2029968"/>
            <a:ext cx="411480" cy="347472"/>
          </a:xfrm>
          <a:prstGeom prst="rightArrow">
            <a:avLst/>
          </a:prstGeom>
          <a:solidFill>
            <a:srgbClr val="2B6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754880" y="2029968"/>
            <a:ext cx="411480" cy="347472"/>
          </a:xfrm>
          <a:prstGeom prst="rightArrow">
            <a:avLst/>
          </a:prstGeom>
          <a:solidFill>
            <a:srgbClr val="2B6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132320" y="2029968"/>
            <a:ext cx="411480" cy="347472"/>
          </a:xfrm>
          <a:prstGeom prst="rightArrow">
            <a:avLst/>
          </a:prstGeom>
          <a:solidFill>
            <a:srgbClr val="2B6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509760" y="2029968"/>
            <a:ext cx="411480" cy="347472"/>
          </a:xfrm>
          <a:prstGeom prst="rightArrow">
            <a:avLst/>
          </a:prstGeom>
          <a:solidFill>
            <a:srgbClr val="2B6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886200"/>
            <a:ext cx="2926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005072"/>
            <a:ext cx="2596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B65BE"/>
                </a:solidFill>
              </a:defRPr>
            </a:pPr>
            <a:r>
              <a:t>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886200"/>
            <a:ext cx="2926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2" y="4005072"/>
            <a:ext cx="2596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36168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DAABE"/>
                </a:solidFill>
              </a:defRPr>
            </a:pPr>
            <a:r>
              <a:t>Streamlit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886200"/>
            <a:ext cx="2926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4005072"/>
            <a:ext cx="2596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CORE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36168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E8AC2F"/>
                </a:solidFill>
              </a:defRPr>
            </a:pPr>
            <a:r>
              <a:t>Backtracking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082"/>
                </a:solidFill>
              </a:defRPr>
            </a:pPr>
            <a:r>
              <a:t>Data structure: board array/list  •  Constraints: columns + diagonals  •  Output: solutions +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5BE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C34"/>
                </a:solidFill>
              </a:defRPr>
            </a:pPr>
            <a:r>
              <a:t>Visualization &amp; Execution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082"/>
                </a:solidFill>
              </a:defRPr>
            </a:pPr>
            <a:r>
              <a:t>What the user can observe during the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00200" y="1737360"/>
            <a:ext cx="822960" cy="8229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23160" y="173736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1737360"/>
            <a:ext cx="822960" cy="8229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822960" cy="8229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0200" y="256032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3160" y="2560320"/>
            <a:ext cx="822960" cy="8229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56032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38328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00200" y="3383280"/>
            <a:ext cx="822960" cy="822960"/>
          </a:xfrm>
          <a:prstGeom prst="rect">
            <a:avLst/>
          </a:prstGeom>
          <a:solidFill>
            <a:srgbClr val="EE9E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23160" y="3383280"/>
            <a:ext cx="822960" cy="822960"/>
          </a:xfrm>
          <a:prstGeom prst="rect">
            <a:avLst/>
          </a:prstGeom>
          <a:solidFill>
            <a:srgbClr val="EE9E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3383280"/>
            <a:ext cx="822960" cy="822960"/>
          </a:xfrm>
          <a:prstGeom prst="rect">
            <a:avLst/>
          </a:prstGeom>
          <a:solidFill>
            <a:srgbClr val="E8AC2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206240"/>
            <a:ext cx="822960" cy="8229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00200" y="420624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23160" y="4206240"/>
            <a:ext cx="822960" cy="82296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46120" y="4206240"/>
            <a:ext cx="822960" cy="82296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171907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542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65BE"/>
                </a:solidFill>
              </a:defRPr>
            </a:pPr>
            <a:r>
              <a:t>CURRENT SEARCH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173736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2312" y="1856231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SOLUTIONS (N=4)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2212848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19B66"/>
                </a:solidFill>
              </a:defRPr>
            </a:pPr>
            <a: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73736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71231" y="1856231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BOARD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2212848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B65BE"/>
                </a:solidFill>
              </a:defRPr>
            </a:pPr>
            <a:r>
              <a:t>4 ×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06324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82312" y="3182112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BACKTRACKS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3538728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D04848"/>
                </a:solidFill>
              </a:defRPr>
            </a:pPr>
            <a:r>
              <a:t>TRACKED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06324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71231" y="3182112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082"/>
                </a:solidFill>
              </a:defRPr>
            </a:pPr>
            <a:r>
              <a:t>EXECUTION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3538728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E8AC2F"/>
                </a:solidFill>
              </a:defRPr>
            </a:pPr>
            <a:r>
              <a:t>MEASURED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572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7"/>
                </a:solidFill>
              </a:defRPr>
            </a:pPr>
            <a:r>
              <a:t>• Safe position → accepted</a:t>
            </a:r>
          </a:p>
          <a:p>
            <a:pPr>
              <a:spcAft>
                <a:spcPts val="1100"/>
              </a:spcAft>
              <a:defRPr sz="1500">
                <a:solidFill>
                  <a:srgbClr val="232A37"/>
                </a:solidFill>
              </a:defRPr>
            </a:pPr>
            <a:r>
              <a:t>• Conflict → rejected</a:t>
            </a:r>
          </a:p>
          <a:p>
            <a:pPr>
              <a:spcAft>
                <a:spcPts val="1100"/>
              </a:spcAft>
              <a:defRPr sz="1500">
                <a:solidFill>
                  <a:srgbClr val="232A37"/>
                </a:solidFill>
              </a:defRPr>
            </a:pPr>
            <a:r>
              <a:t>• Highlighted position → current decision</a:t>
            </a:r>
          </a:p>
          <a:p>
            <a:pPr>
              <a:spcAft>
                <a:spcPts val="1100"/>
              </a:spcAft>
              <a:defRPr sz="1500">
                <a:solidFill>
                  <a:srgbClr val="232A37"/>
                </a:solidFill>
              </a:defRPr>
            </a:pPr>
            <a:r>
              <a:t>• Statistics → updated during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5BE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C34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082"/>
                </a:solidFill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Demonstrates N-Queens using backtracking.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Explains why positions are accepted or rejected.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Shows queen placement, conflicts and backtracking.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Reports solutions and execution statistics.</a:t>
            </a:r>
          </a:p>
          <a:p>
            <a:pPr>
              <a:spcAft>
                <a:spcPts val="1100"/>
              </a:spcAft>
              <a:defRPr sz="1700">
                <a:solidFill>
                  <a:srgbClr val="232A37"/>
                </a:solidFill>
              </a:defRPr>
            </a:pPr>
            <a:r>
              <a:t>• Future scope: speed controls, solution browsing, larger boards and richer animations.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8288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52560" y="18288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738360" y="18288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424160" y="18288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25146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52560" y="25146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738360" y="25146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24160" y="25146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32004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52560" y="32004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38360" y="32004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24160" y="32004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38862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60" y="38862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38360" y="3886200"/>
            <a:ext cx="685800" cy="685800"/>
          </a:xfrm>
          <a:prstGeom prst="rect">
            <a:avLst/>
          </a:prstGeom>
          <a:solidFill>
            <a:srgbClr val="40526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424160" y="3886200"/>
            <a:ext cx="685800" cy="685800"/>
          </a:xfrm>
          <a:prstGeom prst="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81051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49631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8211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86791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1C34"/>
                </a:solidFill>
              </a:defRPr>
            </a:pPr>
            <a:r>
              <a:t>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892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65BE"/>
                </a:solidFill>
              </a:defRPr>
            </a:pPr>
            <a:r>
              <a:t>UNDERSTAND THE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4406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1C34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424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Bollam Vaibhav</dc:creator>
  <cp:keywords/>
  <dc:description>generated using python-pptx</dc:description>
  <cp:lastModifiedBy>Bollam Vaibhav</cp:lastModifiedBy>
  <cp:revision>3</cp:revision>
  <dcterms:created xsi:type="dcterms:W3CDTF">2013-01-27T09:14:16Z</dcterms:created>
  <dcterms:modified xsi:type="dcterms:W3CDTF">2026-10-03T08:34:08Z</dcterms:modified>
  <cp:category/>
</cp:coreProperties>
</file>